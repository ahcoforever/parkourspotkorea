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 시연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000000"/>
                </a:solidFill>
              </a:rPr>
              <a:t>📍 인터랙티브 지도 - 실시간 마커 렌더링</a:t>
            </a:r>
          </a:p>
          <a:p>
            <a:r>
              <a:rPr sz="1800" b="0">
                <a:solidFill>
                  <a:srgbClr val="000000"/>
                </a:solidFill>
              </a:rPr>
              <a:t>🔍 실시간 검색 - Firebase 기반 텍스트 검색, 필터링, 자동완성</a:t>
            </a:r>
          </a:p>
          <a:p>
            <a:r>
              <a:rPr sz="1800" b="0">
                <a:solidFill>
                  <a:srgbClr val="000000"/>
                </a:solidFill>
              </a:rPr>
              <a:t>⭐ 스크래치 맵 - 방문한 스팟 시각화, 헥사곤 기반 추적, 성취도</a:t>
            </a:r>
          </a:p>
          <a:p>
            <a:r>
              <a:rPr sz="1800" b="0">
                <a:solidFill>
                  <a:srgbClr val="000000"/>
                </a:solidFill>
              </a:rPr>
              <a:t>👤 Google OAuth - 소셜 로그인, 북마크 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 &amp;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000000"/>
                </a:solidFill>
              </a:rPr>
              <a:t>🛠️ Tech Stack</a:t>
            </a:r>
          </a:p>
          <a:p>
            <a:r>
              <a:rPr sz="1800" b="0">
                <a:solidFill>
                  <a:srgbClr val="000000"/>
                </a:solidFill>
              </a:rPr>
              <a:t>- Frontend: Flutter/Dart + Provider + Material Design 3</a:t>
            </a:r>
          </a:p>
          <a:p>
            <a:r>
              <a:rPr sz="1800" b="0">
                <a:solidFill>
                  <a:srgbClr val="000000"/>
                </a:solidFill>
              </a:rPr>
              <a:t>- Backend &amp; Database: Firebase (Auth, Firestore, Storage, Remote Config)</a:t>
            </a:r>
          </a:p>
          <a:p>
            <a:r>
              <a:rPr sz="1800" b="0">
                <a:solidFill>
                  <a:srgbClr val="000000"/>
                </a:solidFill>
              </a:rPr>
              <a:t>- Local Storage: SQLite (Drift ORM)</a:t>
            </a:r>
          </a:p>
          <a:p>
            <a:r>
              <a:rPr sz="1800" b="0">
                <a:solidFill>
                  <a:srgbClr val="000000"/>
                </a:solidFill>
              </a:rPr>
              <a:t>- Maps &amp; Location: Google Maps Flutter + Geolocator + Geocoding</a:t>
            </a:r>
          </a:p>
          <a:p/>
          <a:p>
            <a:r>
              <a:rPr sz="1800" b="0">
                <a:solidFill>
                  <a:srgbClr val="000000"/>
                </a:solidFill>
              </a:rPr>
              <a:t>🏗️ Clean Architecture</a:t>
            </a:r>
          </a:p>
          <a:p>
            <a:r>
              <a:rPr sz="1800" b="0">
                <a:solidFill>
                  <a:srgbClr val="000000"/>
                </a:solidFill>
              </a:rPr>
              <a:t>Presentation Layer → Business Logic Layer → Data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구현 - 지도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000000"/>
                </a:solidFill>
              </a:rPr>
              <a:t>🗺️ Google Maps API 통합</a:t>
            </a:r>
          </a:p>
          <a:p>
            <a:r>
              <a:rPr sz="1800" b="0">
                <a:solidFill>
                  <a:srgbClr val="000000"/>
                </a:solidFill>
              </a:rPr>
              <a:t>- 동적 마커 관리: 검색 결과/기본 마커 구분</a:t>
            </a:r>
          </a:p>
          <a:p>
            <a:r>
              <a:rPr sz="1800" b="0">
                <a:solidFill>
                  <a:srgbClr val="000000"/>
                </a:solidFill>
              </a:rPr>
              <a:t>- 성능 최적화: 카메라 이동 시 효율적 스팟 재로드, 마커 캐싱, 반경 기반 데이터 로딩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구현 - 실시간 위치 추적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000000"/>
                </a:solidFill>
              </a:rPr>
              <a:t>📍 실시간 위치 스트림 기반 추적</a:t>
            </a:r>
          </a:p>
          <a:p>
            <a:r>
              <a:rPr sz="1800" b="0">
                <a:solidFill>
                  <a:srgbClr val="000000"/>
                </a:solidFill>
              </a:rPr>
              <a:t>- 헥사곤 기반 탐험 자동 생성</a:t>
            </a:r>
          </a:p>
          <a:p>
            <a:r>
              <a:rPr sz="1800" b="0">
                <a:solidFill>
                  <a:srgbClr val="000000"/>
                </a:solidFill>
              </a:rPr>
              <a:t>- 위치 권한 관리 (Android/iOS), 정확도 최적화, 백그라운드 효율성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000000"/>
                </a:solidFill>
              </a:rPr>
              <a:t>🔄 Firebase + Local DB 동기화</a:t>
            </a:r>
          </a:p>
          <a:p>
            <a:r>
              <a:rPr sz="1800" b="0">
                <a:solidFill>
                  <a:srgbClr val="000000"/>
                </a:solidFill>
              </a:rPr>
              <a:t>1. 로컬 캐시 먼저 확인</a:t>
            </a:r>
          </a:p>
          <a:p>
            <a:r>
              <a:rPr sz="1800" b="0">
                <a:solidFill>
                  <a:srgbClr val="000000"/>
                </a:solidFill>
              </a:rPr>
              <a:t>2. Firebase 최신 데이터 가져와 캐시 업데이트</a:t>
            </a:r>
          </a:p>
          <a:p>
            <a:r>
              <a:rPr sz="1800" b="0">
                <a:solidFill>
                  <a:srgbClr val="000000"/>
                </a:solidFill>
              </a:rPr>
              <a:t>3. 네트워크 실패 시 로컬 데이터 fallback</a:t>
            </a:r>
          </a:p>
          <a:p/>
          <a:p>
            <a:r>
              <a:rPr sz="1800" b="0">
                <a:solidFill>
                  <a:srgbClr val="000000"/>
                </a:solidFill>
              </a:rPr>
              <a:t>📊 데이터 흐름: UI → ViewModel → Repository → Service →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MVVM 패턴 구현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000000"/>
                </a:solidFill>
              </a:rPr>
              <a:t>🎯 ViewModel 설계: 상태 관리 + 비즈니스 로직</a:t>
            </a:r>
          </a:p>
          <a:p>
            <a:r>
              <a:rPr sz="1800" b="0">
                <a:solidFill>
                  <a:srgbClr val="000000"/>
                </a:solidFill>
              </a:rPr>
              <a:t>- 반응형 UI: Provider 기반 상태 변경 감지</a:t>
            </a:r>
          </a:p>
          <a:p>
            <a:r>
              <a:rPr sz="1800" b="0">
                <a:solidFill>
                  <a:srgbClr val="000000"/>
                </a:solidFill>
              </a:rPr>
              <a:t>- 선언적 UI 업데이트 및 에러 처리</a:t>
            </a:r>
          </a:p>
          <a:p>
            <a:r>
              <a:rPr sz="1800" b="0">
                <a:solidFill>
                  <a:srgbClr val="000000"/>
                </a:solidFill>
              </a:rPr>
              <a:t>- UI 콜백 처리로 사용자 액션 반영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최적화 &amp; 사용자 경험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000000"/>
                </a:solidFill>
              </a:rPr>
              <a:t>⚡ 네트워크 최적화: 캐싱 레이어, 오프라인 우선 로딩, timeout 처리</a:t>
            </a:r>
          </a:p>
          <a:p>
            <a:r>
              <a:rPr sz="1800" b="0">
                <a:solidFill>
                  <a:srgbClr val="000000"/>
                </a:solidFill>
              </a:rPr>
              <a:t>- 메모리 관리: 위치 스트림 해제, ViewModel dispose, 컨트롤러 정리</a:t>
            </a:r>
          </a:p>
          <a:p>
            <a:r>
              <a:rPr sz="1800" b="0">
                <a:solidFill>
                  <a:srgbClr val="000000"/>
                </a:solidFill>
              </a:rPr>
              <a:t>- UX 개선: 로딩 인디케이터, 검색/기본 모드 전환, 친화적 에러 처리</a:t>
            </a:r>
          </a:p>
          <a:p>
            <a:r>
              <a:rPr sz="1800" b="0">
                <a:solidFill>
                  <a:srgbClr val="000000"/>
                </a:solidFill>
              </a:rPr>
              <a:t>📊 코드 품질: Dart Analyzer 100%, 40+ 클래스 모듈화, DI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성과 &amp; 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solidFill>
                  <a:srgbClr val="000000"/>
                </a:solidFill>
              </a:rPr>
              <a:t>✨ Clean Architecture 완전 구현</a:t>
            </a:r>
          </a:p>
          <a:p>
            <a:r>
              <a:rPr sz="1800" b="0">
                <a:solidFill>
                  <a:srgbClr val="000000"/>
                </a:solidFill>
              </a:rPr>
              <a:t>📱 사용자 가치: 직관적 지도 UI, 실시간 위치 추적, 개인화 기록</a:t>
            </a:r>
          </a:p>
          <a:p>
            <a:r>
              <a:rPr sz="1800" b="0">
                <a:solidFill>
                  <a:srgbClr val="000000"/>
                </a:solidFill>
              </a:rPr>
              <a:t>🚀 향후 계획: 리뷰/평점, 채팅/모임, 이미지 업로드</a:t>
            </a:r>
          </a:p>
          <a:p>
            <a:r>
              <a:rPr sz="1800" b="0">
                <a:solidFill>
                  <a:srgbClr val="000000"/>
                </a:solidFill>
              </a:rPr>
              <a:t>🔧 기술적 개선: 성능 모니터링, CI/CD, 테스트 확대</a:t>
            </a:r>
          </a:p>
          <a:p>
            <a:r>
              <a:rPr sz="1800" b="0">
                <a:solidFill>
                  <a:srgbClr val="000000"/>
                </a:solidFill>
              </a:rPr>
              <a:t>💼 학습 성과: 대규모 아키텍처 설계 경험, Firebase 전스택 활용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